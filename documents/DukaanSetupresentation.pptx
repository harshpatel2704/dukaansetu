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4630400" cy="8229600"/>
  <p:notesSz cx="8229600" cy="14630400"/>
  <p:embeddedFontLst>
    <p:embeddedFont>
      <p:font typeface="Raleway"/>
      <p:regular r:id="rId24"/>
    </p:embeddedFont>
    <p:embeddedFont>
      <p:font typeface="Raleway"/>
      <p:regular r:id="rId25"/>
    </p:embeddedFont>
    <p:embeddedFont>
      <p:font typeface="Raleway"/>
      <p:regular r:id="rId26"/>
    </p:embeddedFont>
    <p:embeddedFont>
      <p:font typeface="Raleway"/>
      <p:regular r:id="rId27"/>
    </p:embeddedFont>
    <p:embeddedFont>
      <p:font typeface="Roboto"/>
      <p:regular r:id="rId28"/>
    </p:embeddedFont>
    <p:embeddedFont>
      <p:font typeface="Roboto"/>
      <p:regular r:id="rId29"/>
    </p:embeddedFont>
    <p:embeddedFont>
      <p:font typeface="Roboto"/>
      <p:regular r:id="rId30"/>
    </p:embeddedFont>
    <p:embeddedFont>
      <p:font typeface="Roboto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8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DukaanSetu – Multi-Vendor E-commerce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:-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Harsh Patel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9202" y="431840"/>
            <a:ext cx="3714393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89202" y="3152299"/>
            <a:ext cx="3352562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DukaanSetu is a comprehensive multi-vendor e-commerce platform built using the MERN stack, designed to bridge the digital divide for local shopkeepers.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189202" y="4026575"/>
            <a:ext cx="3352562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application connects traditional brick-and-mortar businesses with online customers, creating new revenue streams while providing users with convenient access to a variety of local products.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189202" y="4900851"/>
            <a:ext cx="3352562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features three distinct user panels—Admin, Shopkeeper, and Customer—each with tailored functionalities to efficiently manage products, orders, and overall platform operations.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10" y="1151573"/>
            <a:ext cx="6536769" cy="6536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0991" y="871299"/>
            <a:ext cx="5771078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 &amp; Capabilities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60991" y="1691164"/>
            <a:ext cx="5986224" cy="1881545"/>
          </a:xfrm>
          <a:prstGeom prst="roundRect">
            <a:avLst>
              <a:gd name="adj" fmla="val 39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43990" y="1874163"/>
            <a:ext cx="526375" cy="526375"/>
          </a:xfrm>
          <a:prstGeom prst="roundRect">
            <a:avLst>
              <a:gd name="adj" fmla="val 17369909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8770" y="2018943"/>
            <a:ext cx="236815" cy="2368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3990" y="2536269"/>
            <a:ext cx="2238494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Multi-Vendor Platform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43990" y="2891790"/>
            <a:ext cx="5620226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online presence for local shops with product listings and inventory management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82947" y="1691164"/>
            <a:ext cx="5986343" cy="1881545"/>
          </a:xfrm>
          <a:prstGeom prst="roundRect">
            <a:avLst>
              <a:gd name="adj" fmla="val 39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65946" y="1874163"/>
            <a:ext cx="526375" cy="526375"/>
          </a:xfrm>
          <a:prstGeom prst="roundRect">
            <a:avLst>
              <a:gd name="adj" fmla="val 17369909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0726" y="2018943"/>
            <a:ext cx="236815" cy="2368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65946" y="2536269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65946" y="2891790"/>
            <a:ext cx="5620345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multiple user types with distinct permissions and dashboard views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260991" y="3708440"/>
            <a:ext cx="5986224" cy="1881545"/>
          </a:xfrm>
          <a:prstGeom prst="roundRect">
            <a:avLst>
              <a:gd name="adj" fmla="val 39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443990" y="3891439"/>
            <a:ext cx="526375" cy="526375"/>
          </a:xfrm>
          <a:prstGeom prst="roundRect">
            <a:avLst>
              <a:gd name="adj" fmla="val 17369909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8770" y="4036219"/>
            <a:ext cx="236815" cy="2368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43990" y="4553545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Search &amp; Filter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43990" y="4909066"/>
            <a:ext cx="5620226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customers to browse and find products efficiently across vendors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382947" y="3708440"/>
            <a:ext cx="5986343" cy="1881545"/>
          </a:xfrm>
          <a:prstGeom prst="roundRect">
            <a:avLst>
              <a:gd name="adj" fmla="val 39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65946" y="3891439"/>
            <a:ext cx="526375" cy="526375"/>
          </a:xfrm>
          <a:prstGeom prst="roundRect">
            <a:avLst>
              <a:gd name="adj" fmla="val 17369909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0726" y="4036219"/>
            <a:ext cx="236815" cy="2368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65946" y="4553545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Cart System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65946" y="4909066"/>
            <a:ext cx="5620345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Multi-vendor cart allows adding products from different shopkeepers in one checkout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1260991" y="5725716"/>
            <a:ext cx="5986224" cy="1632585"/>
          </a:xfrm>
          <a:prstGeom prst="roundRect">
            <a:avLst>
              <a:gd name="adj" fmla="val 451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443990" y="5908715"/>
            <a:ext cx="526375" cy="526375"/>
          </a:xfrm>
          <a:prstGeom prst="roundRect">
            <a:avLst>
              <a:gd name="adj" fmla="val 17369909"/>
            </a:avLst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8770" y="6053495"/>
            <a:ext cx="236815" cy="2368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43990" y="6570821"/>
            <a:ext cx="2235637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Authentication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443990" y="6926342"/>
            <a:ext cx="5620226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JWT-based security ensures protected user accounts and data privacy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7382947" y="5725716"/>
            <a:ext cx="5986343" cy="1632585"/>
          </a:xfrm>
          <a:prstGeom prst="roundRect">
            <a:avLst>
              <a:gd name="adj" fmla="val 451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65946" y="5908715"/>
            <a:ext cx="526375" cy="526375"/>
          </a:xfrm>
          <a:prstGeom prst="roundRect">
            <a:avLst>
              <a:gd name="adj" fmla="val 17369909"/>
            </a:avLst>
          </a:prstGeom>
          <a:solidFill>
            <a:srgbClr val="1B1B2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10726" y="6053495"/>
            <a:ext cx="236815" cy="2368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65946" y="6570821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 Tracking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7565946" y="6926342"/>
            <a:ext cx="5620345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order lifecycle management with review and feedback system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604"/>
            <a:ext cx="8238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 &amp; Modules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50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comprises five core modules working in harmony to deliver seamless e-commerce functionality: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130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968109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142417"/>
            <a:ext cx="2978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Module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632835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registration and login with JWT-based security and role-based access control for secure platform access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6130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968109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142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Module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3632835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search and filtering, multi-vendor cart management, order history tracking, and review submission capabilities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6130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968109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142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Shopkeeper Module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3632835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catalog management including adding, updating, and deleting items, along with order tracking and earnings analytics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4812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836325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60106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 Module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50105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platform oversight with user and category management, activity monitoring, and content moderation tools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4812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836325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60106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Module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50105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RESTful APIs for data exchange, MongoDB database management, and server-side business logic implementation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9775" y="1169432"/>
            <a:ext cx="3844528" cy="48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09775" y="1910477"/>
            <a:ext cx="2306717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09775" y="2316004"/>
            <a:ext cx="5117902" cy="1110496"/>
          </a:xfrm>
          <a:prstGeom prst="roundRect">
            <a:avLst>
              <a:gd name="adj" fmla="val 98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6915" y="2316004"/>
            <a:ext cx="91440" cy="1110496"/>
          </a:xfrm>
          <a:prstGeom prst="roundRect">
            <a:avLst>
              <a:gd name="adj" fmla="val 70635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2254925" y="2492573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54925" y="2837021"/>
            <a:ext cx="4696182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Component-based UI framework for dynamic, responsive user interface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09775" y="3530679"/>
            <a:ext cx="5117902" cy="1110496"/>
          </a:xfrm>
          <a:prstGeom prst="roundRect">
            <a:avLst>
              <a:gd name="adj" fmla="val 98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86915" y="3530679"/>
            <a:ext cx="91440" cy="1110496"/>
          </a:xfrm>
          <a:prstGeom prst="roundRect">
            <a:avLst>
              <a:gd name="adj" fmla="val 70635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2254925" y="3707249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54925" y="4051697"/>
            <a:ext cx="4696182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framework ensuring consistent, mobile-first design across devices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09775" y="4745355"/>
            <a:ext cx="5117902" cy="904042"/>
          </a:xfrm>
          <a:prstGeom prst="roundRect">
            <a:avLst>
              <a:gd name="adj" fmla="val 121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6915" y="4745355"/>
            <a:ext cx="91440" cy="904042"/>
          </a:xfrm>
          <a:prstGeom prst="roundRect">
            <a:avLst>
              <a:gd name="adj" fmla="val 70635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2254925" y="4921925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CSS3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54925" y="5266373"/>
            <a:ext cx="469618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Styling language for custom animations and visual enhancements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10343" y="1910477"/>
            <a:ext cx="2306717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10343" y="2316004"/>
            <a:ext cx="5117902" cy="904042"/>
          </a:xfrm>
          <a:prstGeom prst="roundRect">
            <a:avLst>
              <a:gd name="adj" fmla="val 121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87483" y="2316004"/>
            <a:ext cx="91440" cy="904042"/>
          </a:xfrm>
          <a:prstGeom prst="roundRect">
            <a:avLst>
              <a:gd name="adj" fmla="val 70635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7755493" y="2492573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55493" y="2837021"/>
            <a:ext cx="469618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 runtime enabling JavaScript-based backend development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10343" y="3324225"/>
            <a:ext cx="5117902" cy="904042"/>
          </a:xfrm>
          <a:prstGeom prst="roundRect">
            <a:avLst>
              <a:gd name="adj" fmla="val 121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87483" y="3324225"/>
            <a:ext cx="91440" cy="904042"/>
          </a:xfrm>
          <a:prstGeom prst="roundRect">
            <a:avLst>
              <a:gd name="adj" fmla="val 70635"/>
            </a:avLst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7755493" y="3500795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55493" y="3845243"/>
            <a:ext cx="469618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framework for building RESTful API endpoints efficiently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10343" y="4332446"/>
            <a:ext cx="5117902" cy="904042"/>
          </a:xfrm>
          <a:prstGeom prst="roundRect">
            <a:avLst>
              <a:gd name="adj" fmla="val 121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87483" y="4332446"/>
            <a:ext cx="91440" cy="904042"/>
          </a:xfrm>
          <a:prstGeom prst="roundRect">
            <a:avLst>
              <a:gd name="adj" fmla="val 70635"/>
            </a:avLst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7755493" y="4509016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Bcrypt.js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55493" y="4853464"/>
            <a:ext cx="469618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 hashing library ensuring secure credential storage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09775" y="5960733"/>
            <a:ext cx="10610850" cy="26789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009775" y="6208871"/>
            <a:ext cx="2306717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13164" y="6208871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MongoDB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13164" y="6553319"/>
            <a:ext cx="7315081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NoSQL database providing flexible schema design for storing user data, product catalogs, orders, and platform analytics. Offers scalability and efficient document-based data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0844" y="867727"/>
            <a:ext cx="4546640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Advantages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040844" y="1727597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95676" y="1790105"/>
            <a:ext cx="2980492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Empowers Local Businesses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595676" y="2161580"/>
            <a:ext cx="1199388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small shopkeepers establish digital presence and reach wider customer base without technical expertise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40844" y="2715220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5676" y="2777728"/>
            <a:ext cx="2404586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User-Friendly Interface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95676" y="3149203"/>
            <a:ext cx="1199388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design ensures easy navigation for all user types, reducing learning curve and improving adoption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40844" y="3702844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5676" y="3765352"/>
            <a:ext cx="2318147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Authentication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595676" y="4136827"/>
            <a:ext cx="1199388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JWT-based security with encrypted passwords protects sensitive user information and transaction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40844" y="4690467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5676" y="4752975"/>
            <a:ext cx="3055263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Shopping Experience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595676" y="5124450"/>
            <a:ext cx="1199388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Multi-vendor cart system allows customers to purchase from multiple shopkeepers in single transaction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40844" y="5678091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5676" y="5740598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Efficiency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95676" y="6112073"/>
            <a:ext cx="1199388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shopping time for customers whilst providing shopkeepers with automated inventory and order management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40844" y="6665714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95676" y="6728222"/>
            <a:ext cx="2655689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Management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595676" y="7099697"/>
            <a:ext cx="1199388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panel provides complete oversight of platform activity, users, and content moderation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77" y="1048107"/>
            <a:ext cx="5730954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Impact &amp;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8577" y="2007989"/>
            <a:ext cx="2972633" cy="2570678"/>
          </a:xfrm>
          <a:prstGeom prst="roundRect">
            <a:avLst>
              <a:gd name="adj" fmla="val 299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9196" y="2198608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0287" y="2349579"/>
            <a:ext cx="247055" cy="2470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9196" y="2895600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Economic Growth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9196" y="3329345"/>
            <a:ext cx="2591395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local economy by enabling small businesses to expand digital footprint and increase revenue potential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8967" y="2007989"/>
            <a:ext cx="2972753" cy="2570678"/>
          </a:xfrm>
          <a:prstGeom prst="roundRect">
            <a:avLst>
              <a:gd name="adj" fmla="val 299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09586" y="2198608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0677" y="2349579"/>
            <a:ext cx="247055" cy="2470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09586" y="2895600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Growth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309586" y="3329345"/>
            <a:ext cx="2591514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Increases sales opportunities for vendors by providing 24/7 online storefront accessible to wider audience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546062" y="2007989"/>
            <a:ext cx="2972633" cy="2570678"/>
          </a:xfrm>
          <a:prstGeom prst="roundRect">
            <a:avLst>
              <a:gd name="adj" fmla="val 299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36681" y="2198608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7772" y="2349579"/>
            <a:ext cx="247055" cy="2470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36681" y="2895600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Presence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736681" y="3329345"/>
            <a:ext cx="2591395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Transforms offline shops into digital businesses, ensuring competitiveness in modern marketplace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0666452" y="2007989"/>
            <a:ext cx="2972753" cy="2570678"/>
          </a:xfrm>
          <a:prstGeom prst="roundRect">
            <a:avLst>
              <a:gd name="adj" fmla="val 299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857071" y="2198608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08162" y="2349579"/>
            <a:ext cx="247055" cy="2470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57071" y="2895600"/>
            <a:ext cx="2477095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Convenience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0857071" y="3329345"/>
            <a:ext cx="2591514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shopping experience with easy product discovery, secure transactions, and home delivery options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98577" y="5002583"/>
            <a:ext cx="12633127" cy="30480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998577" y="5199221"/>
            <a:ext cx="6242685" cy="1982153"/>
          </a:xfrm>
          <a:prstGeom prst="roundRect">
            <a:avLst>
              <a:gd name="adj" fmla="val 388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189196" y="5389840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1B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0287" y="5540812"/>
            <a:ext cx="247055" cy="2470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9196" y="6086832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 Building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189196" y="6461403"/>
            <a:ext cx="5861447" cy="52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and rating system establishes credibility and helps customers make informed purchasing decisions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389019" y="5199221"/>
            <a:ext cx="6242685" cy="1982153"/>
          </a:xfrm>
          <a:prstGeom prst="roundRect">
            <a:avLst>
              <a:gd name="adj" fmla="val 388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579638" y="5389840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1B2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0728" y="5540812"/>
            <a:ext cx="247055" cy="24705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79638" y="6086832"/>
            <a:ext cx="250543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Independence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7579638" y="6461403"/>
            <a:ext cx="5861447" cy="52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dependency on large e-commerce platforms, giving shopkeepers control over their business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6764" y="641033"/>
            <a:ext cx="3415546" cy="41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686764" y="1218843"/>
            <a:ext cx="9256871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can be extended with advanced features to further enhance functionality and user experience: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820948" y="1679972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6764" y="1591866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7372" y="1692473"/>
            <a:ext cx="201216" cy="201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68491" y="1612821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Integration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68491" y="1869877"/>
            <a:ext cx="8775144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Razorpay or Stripe for secure online transactions, enabling seamless payment processing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22163" y="2564130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87980" y="2476024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8588" y="2576632"/>
            <a:ext cx="201216" cy="201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9707" y="2496979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9707" y="2754035"/>
            <a:ext cx="8573929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AWS S3 or Cloudinary for scalable image hosting and faster content delivery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23379" y="3448288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089196" y="3360182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9803" y="3460790"/>
            <a:ext cx="201216" cy="201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0922" y="3381137"/>
            <a:ext cx="190476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70922" y="3638193"/>
            <a:ext cx="8372713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language translation to reach diverse customer base and expand market reach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24595" y="4332446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90411" y="4244340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1019" y="4344948"/>
            <a:ext cx="201216" cy="201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72138" y="4265295"/>
            <a:ext cx="17982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772138" y="4522351"/>
            <a:ext cx="8171498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email and SMS alerts for order updates, stock changes, and promotional messages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23379" y="5216604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089196" y="5128498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9803" y="5229106"/>
            <a:ext cx="201216" cy="201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70922" y="5149453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System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70922" y="5406509"/>
            <a:ext cx="8372713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direct communication between customers and shopkeepers for queries and support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022163" y="6100763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887980" y="6012656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88588" y="6113264"/>
            <a:ext cx="201216" cy="2012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69707" y="6033611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369707" y="6290667"/>
            <a:ext cx="8573929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shopkeepers with detailed sales reports, customer insights, and performance metrics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820948" y="6984921"/>
            <a:ext cx="134064" cy="603528"/>
          </a:xfrm>
          <a:prstGeom prst="roundRect">
            <a:avLst>
              <a:gd name="adj" fmla="val 420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86764" y="6896814"/>
            <a:ext cx="402431" cy="402431"/>
          </a:xfrm>
          <a:prstGeom prst="roundRect">
            <a:avLst>
              <a:gd name="adj" fmla="val 11361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87372" y="6997422"/>
            <a:ext cx="201216" cy="2012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168491" y="6917769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Stock Alerts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3168491" y="7174825"/>
            <a:ext cx="8775144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low-stock notifications help shopkeepers manage inventory levels proactively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6983"/>
            <a:ext cx="5654873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1647" y="1897975"/>
            <a:ext cx="4160996" cy="746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8397" y="292643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Panels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1647" y="3415070"/>
            <a:ext cx="4160996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Admin, Shopkeeper, and Customer dashboards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4583" y="1897975"/>
            <a:ext cx="4161115" cy="746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901452" y="292643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4583" y="3415070"/>
            <a:ext cx="416111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system functionality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638" y="1897975"/>
            <a:ext cx="4160996" cy="746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44388" y="292643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MERN Stack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638" y="3415070"/>
            <a:ext cx="4160996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JavaScript ecosystem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1647" y="4504487"/>
            <a:ext cx="13047107" cy="35838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1647" y="4793933"/>
            <a:ext cx="4198620" cy="2808565"/>
          </a:xfrm>
          <a:prstGeom prst="roundRect">
            <a:avLst>
              <a:gd name="adj" fmla="val 338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8226" y="5050512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Goal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8226" y="5539145"/>
            <a:ext cx="3685461" cy="180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to connect local shopkeepers with online customers through a multi-vendor platform, enabling small businesses to establish digital presence and reach wider audiences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5771" y="4793933"/>
            <a:ext cx="4198739" cy="2808565"/>
          </a:xfrm>
          <a:prstGeom prst="roundRect">
            <a:avLst>
              <a:gd name="adj" fmla="val 338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2351" y="5050512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72351" y="5539145"/>
            <a:ext cx="3685580" cy="180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using MongoDB for flexible data storage, Express.js and Node.js for RESTful APIs, and React.js with Bootstrap 5 for responsive user interfaces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014" y="4793933"/>
            <a:ext cx="4198739" cy="2808565"/>
          </a:xfrm>
          <a:prstGeom prst="roundRect">
            <a:avLst>
              <a:gd name="adj" fmla="val 338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6594" y="5050512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6594" y="5539145"/>
            <a:ext cx="3685580" cy="180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JWT-based authentication, multi-vendor shopping cart, role-based access control, product catalog management, order tracking system, and review functionality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206" y="610433"/>
            <a:ext cx="4752856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 level Diagram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06" y="1499354"/>
            <a:ext cx="10358676" cy="5231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3206" y="6903363"/>
            <a:ext cx="1286387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83206" y="7347347"/>
            <a:ext cx="1286387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2495" y="576143"/>
            <a:ext cx="4639628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UseCase Diagram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5" y="1459706"/>
            <a:ext cx="6808589" cy="5752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2495" y="7383423"/>
            <a:ext cx="1280541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8753" y="467678"/>
            <a:ext cx="4251008" cy="53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Activity Diagram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753" y="1253847"/>
            <a:ext cx="11732895" cy="6508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0705" y="531852"/>
            <a:ext cx="3974187" cy="496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Activity Diagram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705" y="1251347"/>
            <a:ext cx="8064460" cy="61049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0705" y="7481530"/>
            <a:ext cx="10968990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2417" y="347543"/>
            <a:ext cx="3023711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Activity Diagram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417" y="854512"/>
            <a:ext cx="8345448" cy="6806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42417" y="7733705"/>
            <a:ext cx="8345448" cy="14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16268"/>
            <a:ext cx="5562481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 Diagram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69" y="1748076"/>
            <a:ext cx="11063168" cy="58652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78" y="576977"/>
            <a:ext cx="5245775" cy="655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ERD Diagram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78" y="1620798"/>
            <a:ext cx="13161645" cy="61115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7410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You!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45924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:-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Harsh Patel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2026-04-03T14:07:13Z</dcterms:created>
  <dcterms:modified xsi:type="dcterms:W3CDTF">2026-04-03T14:07:13Z</dcterms:modified>
</cp:coreProperties>
</file>